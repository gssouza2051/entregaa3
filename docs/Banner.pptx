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78BE6-FCBA-809E-6C52-E790ACEDE0A3}" v="118" dt="2025-11-21T14:37:14.143"/>
    <p1510:client id="{C51C771D-28EA-B62A-DB65-5C55CEF7F68C}" v="101" dt="2025-11-20T14:05:47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 varScale="1">
        <p:scale>
          <a:sx n="18" d="100"/>
          <a:sy n="18" d="100"/>
        </p:scale>
        <p:origin x="3768" y="120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repositorio.ufsc.br/xmlui/bitstream/handle/123456789/82790/190526.pdf?sequence=1&amp;isAllowed=y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repositorio.utfpr.edu.br/jspui/bitstream/1/30773/1/controleinteligentefuzzysemaforo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hyperlink" Target="https://www.sba.org.br/open_journal_systems/index.php/sbai/article/view/2709/22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120685" y="-710731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5400" b="1" dirty="0"/>
              <a:t>Controle de semáforos com lógica Fuzzy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Alunos: André Vinicius Neves dos Santos, Álex Lima dos Santos, Gabriel Santos Souza, Levi Henrique Bispo Dos Santos, Rodrigo Carvalho Dias</a:t>
            </a:r>
            <a:br>
              <a:rPr lang="pt-BR" sz="4400" b="1" dirty="0"/>
            </a:br>
            <a:r>
              <a:rPr lang="pt-BR" sz="4400" b="1" dirty="0"/>
              <a:t>; Orientador: Adailton Cerqueira.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5912" y="11970852"/>
            <a:ext cx="14845906" cy="2320996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pPr algn="just">
              <a:spcBef>
                <a:spcPts val="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O projeto apresenta o funcionamento de um cruzamento urbano controlado por um sistema de lógica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. O controlador utiliza variáveis linguísticas como fluxo de carros, fluxo de pedestres, horário e clima para ajustar dinamicamente o tempo de abertura do semáforo, tornando-o mais sensível às condições reais do ambiente. A base de regras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analisa padrões contextuais e recomenda o tempo ideal de luz verde, enquanto o estado atual do sistema, as decisões tomadas e os níveis de ativação das regras são exibidos no terminal registrados em log para análise detalhada. O objetivo é integrar um controlador capaz de otimizar automaticamente o tempo do semáforo sem comprometer a heurística de prioridade já existente, reduzindo esperas desnecessárias, priorizando fluxos críticos como horários de pico ou condições de chuva o processo.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>
                <a:solidFill>
                  <a:schemeClr val="tx1"/>
                </a:solidFill>
                <a:latin typeface="Arial"/>
                <a:cs typeface="Arial"/>
              </a:rPr>
              <a:t>METODOLOGIA</a:t>
            </a:r>
            <a:endParaRPr lang="pt-BR" sz="6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A etapa de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fuzzificação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utiliza funções de pertinência "</a:t>
            </a:r>
            <a:r>
              <a:rPr lang="pt-BR" sz="3200" i="1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trimf</a:t>
            </a:r>
            <a:r>
              <a:rPr lang="pt-BR" sz="3200" i="1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"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para transformar fluxo de carros, fluxo de pedestres, horário e clima em graus linguísticos dentro de seus universos numéricos. A inferência é conduzida por nove regras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implementadas com </a:t>
            </a:r>
            <a:r>
              <a:rPr lang="pt-BR" sz="3200" dirty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"</a:t>
            </a:r>
            <a:r>
              <a:rPr lang="pt-BR" sz="3200" dirty="0" err="1">
                <a:solidFill>
                  <a:schemeClr val="tx1"/>
                </a:solidFill>
                <a:latin typeface="Arial"/>
                <a:cs typeface="Arial"/>
              </a:rPr>
              <a:t>skfuzzy.ctrl.Rule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"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, onde combinações AND/OR são avaliadas pelos métodos min e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max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. A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defuzzificação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usa o método do centroide para gerar um valor nítido correspondente ao tempo recomendado de semáforo. O sistema ainda inclui uma heurística adicional que calcula um índice de prioridade (0–10) para manter compatibilidade com a lógica já existente. </a:t>
            </a:r>
            <a:endParaRPr lang="pt-BR" sz="3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Arial"/>
              <a:ea typeface="Calibri"/>
              <a:cs typeface="Arial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Arial"/>
                <a:cs typeface="Arial"/>
              </a:rPr>
              <a:t>RESULTADOS</a:t>
            </a:r>
            <a:endParaRPr lang="pt-BR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/>
              <a:ea typeface="+mn-lt"/>
              <a:cs typeface="Arial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 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Após a implementação completa do sistema incluindo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fuzzificação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com funções "</a:t>
            </a:r>
            <a:r>
              <a:rPr lang="pt-BR" sz="3200" i="1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trimf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," nove regras de inferência e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defuzzificação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por centroide o controlador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 ajustou corretamente o tempo de verde do semáforo conforme as condições simuladas. O sistema passou a responder em tempo real ao fluxo de carros, pedestres, horário e clima, exibindo no terminal o tempo recomendado e registrando, em log, as regras ativadas e seus respectivos graus de ativação.</a:t>
            </a:r>
            <a:endParaRPr lang="pt-BR" sz="96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Os gráficos gerados permitiram observar o comportamento das funções de pertinência e da saída </a:t>
            </a:r>
            <a:r>
              <a:rPr lang="pt-BR" sz="3200" dirty="0" err="1">
                <a:solidFill>
                  <a:schemeClr val="tx1"/>
                </a:solidFill>
                <a:latin typeface="Arial"/>
                <a:ea typeface="+mn-lt"/>
                <a:cs typeface="+mn-lt"/>
              </a:rPr>
              <a:t>defuzzificada</a:t>
            </a:r>
            <a:r>
              <a:rPr lang="pt-BR" sz="3200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, confirmando que o tempo de semáforo aumentou em cenários críticos (como fluxo alto ou chuva) e diminuiu em situações de baixa atividade.</a:t>
            </a:r>
            <a:endParaRPr lang="pt-BR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1047" y="10824340"/>
            <a:ext cx="15576604" cy="24332124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/>
            <a:r>
              <a:rPr lang="pt-BR" sz="6600" b="1" dirty="0">
                <a:latin typeface="Arial"/>
                <a:cs typeface="Arial"/>
              </a:rPr>
              <a:t>GRÁFICOS FUZZY </a:t>
            </a:r>
          </a:p>
          <a:p>
            <a:pPr algn="just">
              <a:spcBef>
                <a:spcPts val="0"/>
              </a:spcBef>
            </a:pP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4400" b="1" dirty="0">
                <a:latin typeface="Arial"/>
                <a:cs typeface="Arial"/>
              </a:rPr>
              <a:t>Figura 1 – Exemplo figura</a:t>
            </a:r>
            <a:endParaRPr lang="pt-BR" sz="4400" b="1" dirty="0">
              <a:latin typeface="Arial"/>
              <a:ea typeface="Calibri"/>
              <a:cs typeface="Arial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6600" b="1" dirty="0">
                <a:latin typeface="Arial"/>
                <a:cs typeface="Arial"/>
              </a:rPr>
              <a:t> </a:t>
            </a: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endParaRPr lang="pt-BR" sz="6600" b="1" dirty="0">
              <a:latin typeface="Arial"/>
              <a:cs typeface="Arial"/>
            </a:endParaRPr>
          </a:p>
          <a:p>
            <a:pPr algn="just"/>
            <a:r>
              <a:rPr lang="pt-BR" sz="6600" b="1" dirty="0">
                <a:latin typeface="Arial"/>
                <a:cs typeface="Arial"/>
              </a:rPr>
              <a:t>CONCLUSÃO</a:t>
            </a:r>
            <a:endParaRPr lang="pt-BR" dirty="0"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   A aplicação mostrou que o controlador Fuzzy adapta o tempo verde às        condições ambientais: tempos maiores em horários de pico e chuva, menores com fluxo/pedestres baixos. As impressões das regras e seus graus confirmam decisões graduais e interpretáveis. Nos testes, a lógica Fuzzy comportou-se de forma consistente e eficaz para ajustar dinamicamente o semáforo.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635911" y="35643758"/>
            <a:ext cx="15422878" cy="5963722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1. </a:t>
            </a:r>
            <a:r>
              <a:rPr lang="pt-BR" sz="3200" b="1" dirty="0">
                <a:solidFill>
                  <a:schemeClr val="tx1"/>
                </a:solidFill>
                <a:hlinkClick r:id="rId2"/>
              </a:rPr>
              <a:t>https://repositorio.utfpr.edu.br/jspui/bitstream/1/30773/1/controleinteligentefuzzysemaforo.pdf</a:t>
            </a:r>
            <a:endParaRPr lang="pt-BR" sz="32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2. </a:t>
            </a:r>
            <a:r>
              <a:rPr lang="pt-BR" sz="3200" b="1" dirty="0">
                <a:solidFill>
                  <a:schemeClr val="tx1"/>
                </a:solidFill>
                <a:hlinkClick r:id="rId3"/>
              </a:rPr>
              <a:t>https://repositorio.ufsc.br/xmlui/bitstream/handle/123456789/82790/190526.pdf?sequence=1&amp;isAllowed=y</a:t>
            </a:r>
            <a:endParaRPr lang="pt-BR" sz="32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ea typeface="Calibri"/>
                <a:cs typeface="Calibri"/>
              </a:rPr>
              <a:t>3. </a:t>
            </a:r>
            <a:r>
              <a:rPr lang="pt-BR" sz="3200" b="1" dirty="0">
                <a:solidFill>
                  <a:schemeClr val="tx1"/>
                </a:solidFill>
                <a:ea typeface="Calibri"/>
                <a:cs typeface="Calibri"/>
                <a:hlinkClick r:id="rId4"/>
              </a:rPr>
              <a:t>https://www.sba.org.br/open_journal_systems/index.php/sbai/article/view/2709/2249</a:t>
            </a: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E224DFC3-68FC-0537-74E7-6CE8DE5D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71277" y="13349049"/>
            <a:ext cx="13000666" cy="10412687"/>
          </a:xfrm>
          <a:prstGeom prst="rect">
            <a:avLst/>
          </a:prstGeom>
        </p:spPr>
      </p:pic>
      <p:pic>
        <p:nvPicPr>
          <p:cNvPr id="12" name="Imagem 11" descr="Gráfico&#10;&#10;O conteúdo gerado por IA pode estar incorreto.">
            <a:extLst>
              <a:ext uri="{FF2B5EF4-FFF2-40B4-BE49-F238E27FC236}">
                <a16:creationId xmlns:a16="http://schemas.microsoft.com/office/drawing/2014/main" id="{2B3EEDB9-A71B-F054-4EDB-2A0DAFD8C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66515" y="24271083"/>
            <a:ext cx="13070534" cy="10050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572</Words>
  <Application>Microsoft Office PowerPoint</Application>
  <PresentationFormat>Personalizar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Controle de semáforos com lógica Fuzzy  Alunos: André Vinicius Neves dos Santos, Álex Lima dos Santos, Gabriel Santos Souza, Levi Henrique Bispo Dos Santos, Rodrigo Carvalho Dias ; Orientador: Adailton Cerqueira.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Gabriel Souza</cp:lastModifiedBy>
  <cp:revision>243</cp:revision>
  <dcterms:created xsi:type="dcterms:W3CDTF">2011-04-07T11:05:01Z</dcterms:created>
  <dcterms:modified xsi:type="dcterms:W3CDTF">2025-11-21T14:41:23Z</dcterms:modified>
</cp:coreProperties>
</file>